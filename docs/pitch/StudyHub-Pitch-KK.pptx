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pPr indent="0" marL="0">
              <a:buNone/>
            </a:pPr>
            <a:r>
              <a:rPr lang="en-US" sz="2000" b="1" spc="400" kern="0" dirty="0">
                <a:solidFill>
                  <a:srgbClr val="C2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14400" y="2331720"/>
            <a:ext cx="1280160" cy="0"/>
          </a:xfrm>
          <a:prstGeom prst="line">
            <a:avLst/>
          </a:prstGeom>
          <a:noFill/>
          <a:ln w="31750">
            <a:solidFill>
              <a:srgbClr val="C2A0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468880"/>
            <a:ext cx="10241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Оқу орталықтарына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арналған жасанды интеллект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48006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Сіздің орталық брендімен ЕНТ және IELTS-ке дайындық.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Оқушы нәтижесі жоғары — мұғалімге жүк аз.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87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ОҚУ ОРТАЛЫҚТАРЫНА АРНАЛҒАН ПРЕЗЕНТАЦИЯ · ҚАЗАҚСТАН ·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МӘСЕЛЕ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Ата-аналар нәтиже үшін төлейді —</a:t>
            </a:r>
            <a:endParaRPr lang="en-US" sz="3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 оқушының артта қалуы тым кеш байқалады.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755648" y="3566160"/>
            <a:ext cx="0" cy="50292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4747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Мұғалімдер материал дайындауға сағаттап уақыт жұмсап, шаршайды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755648" y="4480560"/>
            <a:ext cx="0" cy="50292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4389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Ерте көрініс жоқ: кім және қай тақырыптан артта қалды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53035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755648" y="5394960"/>
            <a:ext cx="0" cy="50292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53035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Көрші бәсекелес орталықтан ерекшелену қиын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C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ӘРЕКЕТСІЗДІК ҚҰНЫ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Бәрін сол күйінде қалдырса, орталық не жоғалтады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−25%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60120" y="3749040"/>
            <a:ext cx="2377440" cy="0"/>
          </a:xfrm>
          <a:prstGeom prst="line">
            <a:avLst/>
          </a:prstGeom>
          <a:noFill/>
          <a:ln w="12700">
            <a:solidFill>
              <a:srgbClr val="33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8862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ұстау: оқушылар прогресс көрмей кетіп қалады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26280" y="24688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сағ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4572000" y="3749040"/>
            <a:ext cx="2377440" cy="0"/>
          </a:xfrm>
          <a:prstGeom prst="line">
            <a:avLst/>
          </a:prstGeom>
          <a:noFill/>
          <a:ln w="12700">
            <a:solidFill>
              <a:srgbClr val="3341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38862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аптасына мұғалім қолмен дайындыққа жұмсайды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38160" y="24688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1" name="Shape 9"/>
          <p:cNvSpPr/>
          <p:nvPr/>
        </p:nvSpPr>
        <p:spPr>
          <a:xfrm>
            <a:off x="8183880" y="3749040"/>
            <a:ext cx="2377440" cy="0"/>
          </a:xfrm>
          <a:prstGeom prst="line">
            <a:avLst/>
          </a:prstGeom>
          <a:noFill/>
          <a:ln w="12700">
            <a:solidFill>
              <a:srgbClr val="3341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38862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ата-ана көзінде көрші орталықтан айырмашылық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ӨЗГЕРІС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280160" cy="0"/>
          </a:xfrm>
          <a:prstGeom prst="line">
            <a:avLst/>
          </a:prstGeom>
          <a:noFill/>
          <a:ln w="31750">
            <a:solidFill>
              <a:srgbClr val="C2A0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Алғаш рет дайындықты дербестендіру бүкіл орталық ауқымында қолжетімді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9875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Бұрын репетиторлар штатын қажет еткен нәрсені енді жасанды интеллект атқарады: әр оқушыға сабақ, тест және ұсыныстар минут ішінде қалыптасады.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ШЕШІМ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Орталығыңыз не алады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965960" y="21945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Екі минутта сабақ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965960" y="2715768"/>
            <a:ext cx="4160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Мұғалім тақырып береді — жүйе теориясы, формуласы және тексеру тесті бар толық сабақ жасайды.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63640" y="21488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0" y="21945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Артта қалуды көру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0" y="2715768"/>
            <a:ext cx="4160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Әр оқушы мен сынып бойынша аналитика: әлсіз тақырыптар мен тәуекелдер — емтиханнан кейін емес, алдын ала.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965960" y="4343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Ата-ана сенімі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965960" y="4864608"/>
            <a:ext cx="4160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 прогресі туралы ашық есептер автоматты қалыптасып, ұстауды арттырады.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63640" y="42976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315200" y="4343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Сіздің брендіңіз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315200" y="4864608"/>
            <a:ext cx="4160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орталықтың фирмалық стилінде — заманауи, технологиялық бейне.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ҚАЛАЙ ЖҰМЫС ІСТЕЙДІ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Тақырыптан нәтижеге дейін — төрт қадам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2103120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61188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Мұғалім екі минутта сабақ қалыптастырады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54680" y="2514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1188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000" dirty="0"/>
          </a:p>
        </p:txBody>
      </p:sp>
      <p:sp>
        <p:nvSpPr>
          <p:cNvPr id="9" name="Shape 7"/>
          <p:cNvSpPr/>
          <p:nvPr/>
        </p:nvSpPr>
        <p:spPr>
          <a:xfrm>
            <a:off x="3611880" y="3429000"/>
            <a:ext cx="2103120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361188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Оқушы теорияны оқып, тесттен өтеді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52160" y="2514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0936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000" dirty="0"/>
          </a:p>
        </p:txBody>
      </p:sp>
      <p:sp>
        <p:nvSpPr>
          <p:cNvPr id="13" name="Shape 11"/>
          <p:cNvSpPr/>
          <p:nvPr/>
        </p:nvSpPr>
        <p:spPr>
          <a:xfrm>
            <a:off x="6309360" y="3429000"/>
            <a:ext cx="2103120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61188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Жүйе нәтижені автоматты бағалайды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49640" y="2514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0684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000" dirty="0"/>
          </a:p>
        </p:txBody>
      </p:sp>
      <p:sp>
        <p:nvSpPr>
          <p:cNvPr id="17" name="Shape 15"/>
          <p:cNvSpPr/>
          <p:nvPr/>
        </p:nvSpPr>
        <p:spPr>
          <a:xfrm>
            <a:off x="9006840" y="3429000"/>
            <a:ext cx="2103120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361188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аналитиканы нақты уақытта көреді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C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ҚАМТУ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Қазақстан нарығын толық қамту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0120" y="3172968"/>
            <a:ext cx="146304" cy="146304"/>
          </a:xfrm>
          <a:prstGeom prst="diamond">
            <a:avLst/>
          </a:prstGeom>
          <a:solidFill>
            <a:srgbClr val="C2A05A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Орыс және қазақ тілі — оқушылардың 60%-дан астамы ЕНТ-ны қазақша тапсырады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960120" y="4014216"/>
            <a:ext cx="146304" cy="146304"/>
          </a:xfrm>
          <a:prstGeom prst="diamond">
            <a:avLst/>
          </a:prstGeom>
          <a:solidFill>
            <a:srgbClr val="C2A05A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3813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Барлық ЕНТ пәндері және бейіндік жұптар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960120" y="4855464"/>
            <a:ext cx="146304" cy="146304"/>
          </a:xfrm>
          <a:prstGeom prst="diamond">
            <a:avLst/>
          </a:prstGeom>
          <a:solidFill>
            <a:srgbClr val="C2A05A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465429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Нақты форматтағы сынақ емтихандар: 120 сұрақ, таймер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960120" y="5696712"/>
            <a:ext cx="146304" cy="146304"/>
          </a:xfrm>
          <a:prstGeom prst="diamond">
            <a:avLst/>
          </a:prstGeom>
          <a:solidFill>
            <a:srgbClr val="C2A05A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549554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Skylla ЖИ-тәлімгері оқушыларға тәулік бойы жауап береді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ДӘЛЕЛ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Бұл бүгін жұмыс істейді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31+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60120" y="3200400"/>
            <a:ext cx="2194560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31012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кітапханадағы дайын сабақ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34840" y="2011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4480560" y="3200400"/>
            <a:ext cx="2194560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331012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сынақ ЕНТ сұрағы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0" y="2011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8001000" y="3200400"/>
            <a:ext cx="2194560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331012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бірыңғай жүйедегі рөл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Мұғалімдер мен оқушылар бойынша тірі аналитика, тесттердің автоматты тексерілуі, формулалары математикалық түрде безендірілген сабақтар — мұның бәрін демонстрацияда тікелей көрсетеміз.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C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ЕНГІЗУ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515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Бір күнде іске қосу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64208" y="2258568"/>
            <a:ext cx="0" cy="457200"/>
          </a:xfrm>
          <a:prstGeom prst="line">
            <a:avLst/>
          </a:prstGeom>
          <a:noFill/>
          <a:ln w="12700">
            <a:solidFill>
              <a:srgbClr val="33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19456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Орталық құрып, мұғалімдерді код арқылы шақырасыз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664208" y="3218688"/>
            <a:ext cx="0" cy="457200"/>
          </a:xfrm>
          <a:prstGeom prst="line">
            <a:avLst/>
          </a:prstGeom>
          <a:noFill/>
          <a:ln w="12700">
            <a:solidFill>
              <a:srgbClr val="3341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315468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Мұғалімдер сынып құрады, оқушылар код арқылы кіреді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664208" y="4178808"/>
            <a:ext cx="0" cy="457200"/>
          </a:xfrm>
          <a:prstGeom prst="line">
            <a:avLst/>
          </a:prstGeom>
          <a:noFill/>
          <a:ln w="12700">
            <a:solidFill>
              <a:srgbClr val="3341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411480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Дайын сабақтар мен сынақ емтихандар кітапханасы — бірден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07492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664208" y="5138928"/>
            <a:ext cx="0" cy="457200"/>
          </a:xfrm>
          <a:prstGeom prst="line">
            <a:avLst/>
          </a:prstGeom>
          <a:noFill/>
          <a:ln w="12700">
            <a:solidFill>
              <a:srgbClr val="33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507492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бірінші күннен орталық аналитикасын көреді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ШАРТТАР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Ынтымақтастықтың басталуы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10332720" cy="1783080"/>
          </a:xfrm>
          <a:prstGeom prst="rect">
            <a:avLst/>
          </a:prstGeom>
          <a:solidFill>
            <a:srgbClr val="FBFAF5"/>
          </a:solidFill>
          <a:ln w="15875">
            <a:solidFill>
              <a:srgbClr val="C2A0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0240"/>
            <a:ext cx="109728" cy="1783080"/>
          </a:xfrm>
          <a:prstGeom prst="rect">
            <a:avLst/>
          </a:prstGeom>
          <a:solidFill>
            <a:srgbClr val="C2A05A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1488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Бір топқа тегін пилот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274320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Бір топта іске қосып, ай ішінде сынақ ЕНТ балл өсімін өлшейміз. Төлем — тек расталған нәтиже болғанда.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4178808"/>
            <a:ext cx="146304" cy="146304"/>
          </a:xfrm>
          <a:prstGeom prst="diamond">
            <a:avLst/>
          </a:prstGeom>
          <a:solidFill>
            <a:srgbClr val="C2A05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06908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Пилоттан кейін — айына оқушы үшін немесе орталыққа пакет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0120" y="4745736"/>
            <a:ext cx="146304" cy="146304"/>
          </a:xfrm>
          <a:prstGeom prst="diamond">
            <a:avLst/>
          </a:prstGeom>
          <a:solidFill>
            <a:srgbClr val="C2A05A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463600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White-label, аналитика және шексіз сабақ генерациясы барлық тарифте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0120" y="5312664"/>
            <a:ext cx="146304" cy="146304"/>
          </a:xfrm>
          <a:prstGeom prst="diamond">
            <a:avLst/>
          </a:prstGeom>
          <a:solidFill>
            <a:srgbClr val="C2A05A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5202936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Kaspi арқылы төлем · БСН бойынша шот-фактура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194560"/>
            <a:ext cx="1280160" cy="0"/>
          </a:xfrm>
          <a:prstGeom prst="line">
            <a:avLst/>
          </a:prstGeom>
          <a:noFill/>
          <a:ln w="31750">
            <a:solidFill>
              <a:srgbClr val="C2A0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33172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Осы аптада</a:t>
            </a:r>
            <a:endParaRPr lang="en-US" sz="4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пилот іске қосамыз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4343400"/>
            <a:ext cx="4297680" cy="822960"/>
          </a:xfrm>
          <a:prstGeom prst="rect">
            <a:avLst/>
          </a:prstGeom>
          <a:solidFill>
            <a:srgbClr val="C2A05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3434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белгілеу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+7 707 588 4651   ·   study-hub-karakat.vercel.app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StudyHub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StudyHub</dc:creator>
  <cp:lastModifiedBy>StudyHub</cp:lastModifiedBy>
  <cp:revision>1</cp:revision>
  <dcterms:created xsi:type="dcterms:W3CDTF">2026-05-29T10:59:46Z</dcterms:created>
  <dcterms:modified xsi:type="dcterms:W3CDTF">2026-05-29T10:59:46Z</dcterms:modified>
</cp:coreProperties>
</file>