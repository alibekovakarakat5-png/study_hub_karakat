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6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4754880" cy="4754880"/>
          </a:xfrm>
          <a:prstGeom prst="ellipse">
            <a:avLst/>
          </a:prstGeom>
          <a:solidFill>
            <a:srgbClr val="7C3AED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206240"/>
            <a:ext cx="4206240" cy="4206240"/>
          </a:xfrm>
          <a:prstGeom prst="ellipse">
            <a:avLst/>
          </a:prstGeom>
          <a:solidFill>
            <a:srgbClr val="2563EB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64008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Study</a:t>
            </a:r>
            <a:pPr indent="0" marL="0">
              <a:buNone/>
            </a:pPr>
            <a:r>
              <a:rPr lang="en-US" sz="3000" b="1" dirty="0">
                <a:solidFill>
                  <a:srgbClr val="C7D2F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Hub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Оқу орталықтарына AI: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ЖОО баллы жоғары, мұғалімге жүк аз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44805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Сіздің орталық брендімен ЕНТ және IELTS-ке дайындық платформасы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Оқу орталықтарына арналған питч • Қазақстан •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МӘСЕЛЕ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Ата-аналар нәтиже үшін төлейді.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Ал оқушының артта қалғанын — кеш білесіз.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3383280"/>
            <a:ext cx="676656" cy="676656"/>
          </a:xfrm>
          <a:prstGeom prst="ellipse">
            <a:avLst/>
          </a:prstGeom>
          <a:solidFill>
            <a:srgbClr val="FEE2E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383280"/>
            <a:ext cx="67665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4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💸</a:t>
            </a:r>
            <a:endParaRPr lang="en-US" sz="1924" dirty="0"/>
          </a:p>
        </p:txBody>
      </p:sp>
      <p:sp>
        <p:nvSpPr>
          <p:cNvPr id="6" name="Text 4"/>
          <p:cNvSpPr/>
          <p:nvPr/>
        </p:nvSpPr>
        <p:spPr>
          <a:xfrm>
            <a:off x="1691640" y="3383280"/>
            <a:ext cx="95097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Репетитор мен материал — қымбат, сапасы әртүрлі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676656" cy="676656"/>
          </a:xfrm>
          <a:prstGeom prst="ellipse">
            <a:avLst/>
          </a:prstGeom>
          <a:solidFill>
            <a:srgbClr val="FEF3C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4343400"/>
            <a:ext cx="67665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4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😵</a:t>
            </a:r>
            <a:endParaRPr lang="en-US" sz="1924" dirty="0"/>
          </a:p>
        </p:txBody>
      </p:sp>
      <p:sp>
        <p:nvSpPr>
          <p:cNvPr id="9" name="Text 7"/>
          <p:cNvSpPr/>
          <p:nvPr/>
        </p:nvSpPr>
        <p:spPr>
          <a:xfrm>
            <a:off x="1691640" y="4343400"/>
            <a:ext cx="95097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Мұғалімдер дайындыққа сағаттап уақыт жұмсап, шаршайды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22960" y="5303520"/>
            <a:ext cx="676656" cy="676656"/>
          </a:xfrm>
          <a:prstGeom prst="ellipse">
            <a:avLst/>
          </a:prstGeom>
          <a:solidFill>
            <a:srgbClr val="E0E7F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5303520"/>
            <a:ext cx="676656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24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🤷</a:t>
            </a:r>
            <a:endParaRPr lang="en-US" sz="1924" dirty="0"/>
          </a:p>
        </p:txBody>
      </p:sp>
      <p:sp>
        <p:nvSpPr>
          <p:cNvPr id="12" name="Text 10"/>
          <p:cNvSpPr/>
          <p:nvPr/>
        </p:nvSpPr>
        <p:spPr>
          <a:xfrm>
            <a:off x="1691640" y="5303520"/>
            <a:ext cx="95097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Ерте көрініс жоқ: кім, қай тақырыптан артта қалды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Әрекетсіздік неге шығын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2286000"/>
            <a:ext cx="3383280" cy="3108960"/>
          </a:xfrm>
          <a:prstGeom prst="roundRect">
            <a:avLst>
              <a:gd name="adj" fmla="val 470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−25%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1051560" y="384048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ұстау: оқушылар прогресс көрмей кетіп қалады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26280" y="2286000"/>
            <a:ext cx="3383280" cy="3108960"/>
          </a:xfrm>
          <a:prstGeom prst="roundRect">
            <a:avLst>
              <a:gd name="adj" fmla="val 470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0" y="265176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10+ сағ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754880" y="384048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аптасына мұғалім қолмен дайындыққа жұмсайды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29600" y="2286000"/>
            <a:ext cx="3383280" cy="3108960"/>
          </a:xfrm>
          <a:prstGeom prst="roundRect">
            <a:avLst>
              <a:gd name="adj" fmla="val 4706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0" y="265176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2D3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=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8458200" y="384048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«бәрі сияқты»: көрші орталықтан айырмашылық жоқ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ӨЗГЕРІС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424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0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алғаш рет дайындықты орталық ауқымында дербестендіреді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Бұрын репетиторлар әскерін қажет еткен нәрсені енді жасанды интеллект жасайды: әр оқушыға арналған сабақтар, тесттер және ұсыныстар — сағаттап емес, минут ішінде.</a:t>
            </a:r>
            <a:endParaRPr lang="en-US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Орталығыңыз не алады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512064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43000" y="1920240"/>
            <a:ext cx="713232" cy="713232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920240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28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✨</a:t>
            </a:r>
            <a:endParaRPr lang="en-US" sz="2028" dirty="0"/>
          </a:p>
        </p:txBody>
      </p:sp>
      <p:sp>
        <p:nvSpPr>
          <p:cNvPr id="6" name="Text 4"/>
          <p:cNvSpPr/>
          <p:nvPr/>
        </p:nvSpPr>
        <p:spPr>
          <a:xfrm>
            <a:off x="2057400" y="198424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минутта AI-сабақ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57400" y="2514600"/>
            <a:ext cx="3703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Мұғалім тақырыпты жазады — AI теориясы, формуласы және тесті бар толық сабақ дайындайды. Контент таусылмайды.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600200"/>
            <a:ext cx="512064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0" y="1920240"/>
            <a:ext cx="713232" cy="7132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920240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28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</a:t>
            </a:r>
            <a:endParaRPr lang="en-US" sz="2028" dirty="0"/>
          </a:p>
        </p:txBody>
      </p:sp>
      <p:sp>
        <p:nvSpPr>
          <p:cNvPr id="11" name="Text 9"/>
          <p:cNvSpPr/>
          <p:nvPr/>
        </p:nvSpPr>
        <p:spPr>
          <a:xfrm>
            <a:off x="7498080" y="198424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Кім артта — көрінеді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498080" y="2514600"/>
            <a:ext cx="3703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Әр оқушы мен сынып бойынша аналитика: әлсіз тақырыптар, баллдар, тәуекел — емтиханнан апта бұрын.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3931920"/>
            <a:ext cx="512064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143000" y="4251960"/>
            <a:ext cx="713232" cy="713232"/>
          </a:xfrm>
          <a:prstGeom prst="ellipse">
            <a:avLst/>
          </a:prstGeom>
          <a:solidFill>
            <a:srgbClr val="DBEAFE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4251960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28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👨‍👩‍👧</a:t>
            </a:r>
            <a:endParaRPr lang="en-US" sz="2028" dirty="0"/>
          </a:p>
        </p:txBody>
      </p:sp>
      <p:sp>
        <p:nvSpPr>
          <p:cNvPr id="16" name="Text 14"/>
          <p:cNvSpPr/>
          <p:nvPr/>
        </p:nvSpPr>
        <p:spPr>
          <a:xfrm>
            <a:off x="2057400" y="431596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Ата-анаға есеп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057400" y="4846320"/>
            <a:ext cx="3703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Баланың прогресі автоматты түрде ашық — сенім мен ұстау жоғары.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263640" y="3931920"/>
            <a:ext cx="512064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83680" y="4251960"/>
            <a:ext cx="713232" cy="713232"/>
          </a:xfrm>
          <a:prstGeom prst="ellipse">
            <a:avLst/>
          </a:prstGeom>
          <a:solidFill>
            <a:srgbClr val="EDE9FE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4251960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28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🏷️</a:t>
            </a:r>
            <a:endParaRPr lang="en-US" sz="2028" dirty="0"/>
          </a:p>
        </p:txBody>
      </p:sp>
      <p:sp>
        <p:nvSpPr>
          <p:cNvPr id="21" name="Text 19"/>
          <p:cNvSpPr/>
          <p:nvPr/>
        </p:nvSpPr>
        <p:spPr>
          <a:xfrm>
            <a:off x="7498080" y="4315968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White-label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98080" y="4846320"/>
            <a:ext cx="3703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Орталығыңыздың бренді мен түсіндегі платформа — технологиялық көрінесіз.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Бұл қалай жұмыс істейді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2194560"/>
            <a:ext cx="2468880" cy="2743200"/>
          </a:xfrm>
          <a:prstGeom prst="roundRect">
            <a:avLst>
              <a:gd name="adj" fmla="val 518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1828800"/>
            <a:ext cx="731520" cy="7315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169164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✨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60120" y="365760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Мұғалім 2 мин-та сабақ жасайды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18688" y="3108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611880" y="2194560"/>
            <a:ext cx="2468880" cy="2743200"/>
          </a:xfrm>
          <a:prstGeom prst="roundRect">
            <a:avLst>
              <a:gd name="adj" fmla="val 518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182880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11880" y="283464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📖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749040" y="365760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Оқушы теорияны оқып, шешеді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007608" y="3108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400800" y="2194560"/>
            <a:ext cx="2468880" cy="2743200"/>
          </a:xfrm>
          <a:prstGeom prst="roundRect">
            <a:avLst>
              <a:gd name="adj" fmla="val 518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69480" y="1828800"/>
            <a:ext cx="731520" cy="7315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726948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00800" y="283464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✅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6537960" y="365760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Тесттің авто-бағасы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96528" y="3108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9189720" y="2194560"/>
            <a:ext cx="2468880" cy="2743200"/>
          </a:xfrm>
          <a:prstGeom prst="roundRect">
            <a:avLst>
              <a:gd name="adj" fmla="val 518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58400" y="182880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18288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189720" y="2834640"/>
            <a:ext cx="2468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9326880" y="365760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Директор аналитиканы көреді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6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4023360"/>
            <a:ext cx="4023360" cy="4023360"/>
          </a:xfrm>
          <a:prstGeom prst="ellipse">
            <a:avLst/>
          </a:prstGeom>
          <a:solidFill>
            <a:srgbClr val="2563EB">
              <a:alpha val="3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82296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Қазақстан нарығын толық қамту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6517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16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🇰🇿</a:t>
            </a:r>
            <a:endParaRPr lang="en-US" sz="1716" dirty="0"/>
          </a:p>
        </p:txBody>
      </p:sp>
      <p:sp>
        <p:nvSpPr>
          <p:cNvPr id="6" name="Text 4"/>
          <p:cNvSpPr/>
          <p:nvPr/>
        </p:nvSpPr>
        <p:spPr>
          <a:xfrm>
            <a:off x="1600200" y="2651760"/>
            <a:ext cx="9326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Орысша + Қазақша — 60%+ ЕНТ-ны қазақша тапсырады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356616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5661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16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📚</a:t>
            </a:r>
            <a:endParaRPr lang="en-US" sz="1716" dirty="0"/>
          </a:p>
        </p:txBody>
      </p:sp>
      <p:sp>
        <p:nvSpPr>
          <p:cNvPr id="9" name="Text 7"/>
          <p:cNvSpPr/>
          <p:nvPr/>
        </p:nvSpPr>
        <p:spPr>
          <a:xfrm>
            <a:off x="1600200" y="3566160"/>
            <a:ext cx="9326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Барлық ЕНТ пәндері + бейіндік жұптар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22960" y="448056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4805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16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📝</a:t>
            </a:r>
            <a:endParaRPr lang="en-US" sz="1716" dirty="0"/>
          </a:p>
        </p:txBody>
      </p:sp>
      <p:sp>
        <p:nvSpPr>
          <p:cNvPr id="12" name="Text 10"/>
          <p:cNvSpPr/>
          <p:nvPr/>
        </p:nvSpPr>
        <p:spPr>
          <a:xfrm>
            <a:off x="1600200" y="4480560"/>
            <a:ext cx="9326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Нақты форматтағы сынақ ЕНТ (120 сұрақ, таймер)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22960" y="5394960"/>
            <a:ext cx="603504" cy="6035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53949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16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🤖</a:t>
            </a:r>
            <a:endParaRPr lang="en-US" sz="1716" dirty="0"/>
          </a:p>
        </p:txBody>
      </p:sp>
      <p:sp>
        <p:nvSpPr>
          <p:cNvPr id="15" name="Text 13"/>
          <p:cNvSpPr/>
          <p:nvPr/>
        </p:nvSpPr>
        <p:spPr>
          <a:xfrm>
            <a:off x="1600200" y="5394960"/>
            <a:ext cx="93268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Skylla AI-репетиторы — оқушыларға 24/7 жауап береді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Дәлел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32918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96596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31+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005840" y="29260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дайын AI-сабақ кітапханада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34840" y="1737360"/>
            <a:ext cx="32918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34840" y="196596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120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617720" y="29260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сұрақ сынақ ЕНТ-да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0" y="1737360"/>
            <a:ext cx="32918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0" y="196596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8229600" y="292608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рөл бір жүйеде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4206240"/>
            <a:ext cx="10241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Орталықтың тірі дашборды: мұғалімдер мен оқушылар бойынша нақты аналитика, кім артта — белгіленген. Формулалы сабақтар (KaTeX), тесттің авто-тексеруі. Бәрі жұмыс істейді — демо-да тікелей көрсетеміз.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күнде іске қосу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645920" y="182880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Орталық құрып, мұғалімдерді код арқылы шақырасыз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45920" y="28803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Мұғалімдер сынып ашады, оқушылар код арқылы кіреді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3931920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931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3931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Дайын сабақтар мен сынақ ЕНТ кітапханасы — бірден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22960" y="4983480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983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✓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45920" y="498348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Директор бірінші күннен аналитиканы көреді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Шарттар мен бастау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10515600" cy="18288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9050">
            <a:solidFill>
              <a:srgbClr val="16A3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87452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A34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🎁 1 топқа тегін пилот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0" y="2514600"/>
            <a:ext cx="9875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Бір топта іске қосып, ай ішінде сынақ ЕНТ балл өсімін өлшейміз. Нәтиже көрсеңіз — сонда ғана төлейсіз.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374904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Пилоттан кейін: айына оқушы үшін төлем (per-seat) немесе орталыққа пакет</a:t>
            </a:r>
            <a:endParaRPr lang="en-US" sz="160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White-label, аналитика, шексіз AI-сабақтар — барлық тарифте</a:t>
            </a:r>
            <a:endParaRPr lang="en-US" sz="160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Kaspi арқылы төлем • БСН бойынша шот-фактура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6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3291840"/>
            <a:ext cx="5486400" cy="5486400"/>
          </a:xfrm>
          <a:prstGeom prst="ellipse">
            <a:avLst/>
          </a:prstGeom>
          <a:solidFill>
            <a:srgbClr val="7C3AED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2880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Осы аптада</a:t>
            </a:r>
            <a:endParaRPr lang="en-US" sz="44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пилот іске қосамыз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3840480"/>
            <a:ext cx="4572000" cy="868680"/>
          </a:xfrm>
          <a:prstGeom prst="roundRect">
            <a:avLst>
              <a:gd name="adj" fmla="val 52632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840480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Демоға келісу →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120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WhatsApp +7 707 588 4651 • study-hub-karakat.vercel.app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StudyHub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StudyHub</dc:creator>
  <cp:lastModifiedBy>StudyHub</cp:lastModifiedBy>
  <cp:revision>1</cp:revision>
  <dcterms:created xsi:type="dcterms:W3CDTF">2026-05-29T10:13:07Z</dcterms:created>
  <dcterms:modified xsi:type="dcterms:W3CDTF">2026-05-29T10:13:07Z</dcterms:modified>
</cp:coreProperties>
</file>